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AI Symptom Checker</a:t>
            </a:r>
          </a:p>
        </p:txBody>
      </p:sp>
      <p:pic>
        <p:nvPicPr>
          <p:cNvPr id="7" name="Graphic 6" descr="Diploma Roll">
            <a:extLst>
              <a:ext uri="{FF2B5EF4-FFF2-40B4-BE49-F238E27FC236}">
                <a16:creationId xmlns:a16="http://schemas.microsoft.com/office/drawing/2014/main" id="{87CB45A4-B5DC-78E0-9CE8-E7EB133FB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Submitted in partial fulfilment of the requirement for the award of the degree of</a:t>
            </a:r>
          </a:p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Bachelor of Technology (</a:t>
            </a:r>
            <a:r>
              <a:rPr lang="en-US" sz="1600" dirty="0" err="1">
                <a:solidFill>
                  <a:schemeClr val="tx2"/>
                </a:solidFill>
              </a:rPr>
              <a:t>B.Tech</a:t>
            </a:r>
            <a:r>
              <a:rPr lang="en-US" sz="1600" dirty="0">
                <a:solidFill>
                  <a:schemeClr val="tx2"/>
                </a:solidFill>
              </a:rPr>
              <a:t>) in Information Technology</a:t>
            </a:r>
          </a:p>
          <a:p>
            <a:pPr>
              <a:defRPr sz="2000"/>
            </a:pPr>
            <a:endParaRPr lang="en-US" sz="1600" dirty="0">
              <a:solidFill>
                <a:schemeClr val="tx2"/>
              </a:solidFill>
            </a:endParaRPr>
          </a:p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By: Ayush Deep (23FE10ITE00259) &amp; Shashank Katiyar (23FE10ITE00245)</a:t>
            </a:r>
          </a:p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Under the guidance of: </a:t>
            </a:r>
          </a:p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Mr. Jay Shankar Sharma</a:t>
            </a:r>
          </a:p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Manipal University Jaipur</a:t>
            </a:r>
          </a:p>
          <a:p>
            <a:pPr>
              <a:defRPr sz="2000"/>
            </a:pPr>
            <a:r>
              <a:rPr lang="en-US" sz="1600" dirty="0">
                <a:solidFill>
                  <a:schemeClr val="tx2"/>
                </a:solidFill>
              </a:rPr>
              <a:t>November 2025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755073"/>
            <a:ext cx="7375161" cy="1066802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Problem Statement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049325"/>
            <a:ext cx="7375161" cy="2945574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Millions in India rely on online information for self-diagnosis due to limited healthcare access.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Most symptom checkers are foreign-based, lacking regional data.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Users struggle to identify the seriousness of symptoms.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Goal: Create an AI-driven web app that interprets symptoms, predicts conditions, and provides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Objectives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1. Build a lightweight AI web application for disease prediction.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2. Use Java for front-end and back-end intelligence.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3. Store and manage data using a structured database.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4. Present probability matches and general guidance.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5. Ensure accessibility, privacy, and educational use.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Introduction &amp; Motivation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Healthcare in India is uneven, especially in rural areas.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Many users rely on unreliable symptom checkers.</a:t>
            </a:r>
          </a:p>
          <a:p>
            <a:pPr>
              <a:defRPr sz="2000"/>
            </a:pPr>
            <a:endParaRPr lang="en-US" sz="1600">
              <a:solidFill>
                <a:schemeClr val="tx2"/>
              </a:solidFill>
            </a:endParaRP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Motivation: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Apply Advanced Java and AI concepts to a useful project.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Promote digital health awareness and affordable AI tools.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Demonstrate rule-based and data-driven AI logic.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Literature Survey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AI in Health Diagnostics: AI achieves 70–90% accuracy (Jiang et al., 2017).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Symptom-Based Chatbots: Ada, WebMD use ML but lack Indian datasets.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Decision Support Systems: Naïve Bayes &amp; Decision Trees effective for multi-symptom prediction.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Gap: Few open, student-friendly Java-based implementations.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Methodology Overview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System Architecture: Three-tier model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1. Presentation Layer: Java Swing GUI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2. Logic Layer: AI rule-based engine (Advanced Java)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3. Data Layer: JSON/MySQL for symptoms &amp; advice storage</a:t>
            </a:r>
          </a:p>
          <a:p>
            <a:pPr>
              <a:defRPr sz="2000"/>
            </a:pPr>
            <a:endParaRPr lang="en-IN" sz="1600">
              <a:solidFill>
                <a:schemeClr val="tx2"/>
              </a:solidFill>
            </a:endParaRP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Tools: Maven, VS Code, JVM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Development Phases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Week 1–2: Requirement analysis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Week 3–4: Front-end &amp; symptom logic design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Week 5–6: Implement AI rule-matching algorithm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Week 7–8: Testing &amp; UI refinement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Week 9–10: Final integration &amp; deployment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Technology Stack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Frontend: Java Swing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Backend: Advanced Java (OOP + logic)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Database: MySQL / JSON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Build Tool: Apache Maven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Platform: JVM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IDE: Visual Studio Code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System Flow Diagram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1. User selects symptoms.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2. System processes through AI rule-based logic.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3. Possible conditions predicted.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4. Advice/precautions displayed.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5. User decides next step (consult doctor / home remedy).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Sample Interface (Java Swing GUI)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Simple form-based interface.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Drop-down menus for symptoms.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Display of predicted diseases and advice.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Responsive and educational design.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Maven Configuration (pom.xml)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Automates project build and dependency management.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MySQL connector integration.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Compiler plugin set for Java 11.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Main class: com.symptomchecker.ui.SymptomCheckerGUI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Results &amp; Discussion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Accurately predicts probable diseases based on selected symptoms.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Easy to use and runs on any Java-supported system.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Ideal for students to learn AI logic + Java integration.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Conclusion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Demonstrates AI-based health awareness using core Java.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Educational tool for students and beginner developers.</a:t>
            </a:r>
          </a:p>
          <a:p>
            <a:pPr>
              <a:defRPr sz="2000"/>
            </a:pPr>
            <a:r>
              <a:rPr lang="en-US" sz="1600">
                <a:solidFill>
                  <a:schemeClr val="tx2"/>
                </a:solidFill>
              </a:rPr>
              <a:t>• Potential for future integration with live medical databases and APIs.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Future Scope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Integrate with AI/ML models for improved accuracy.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Use real medical datasets and natural language input.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Develop a web-based version using JSP/Servlets or Spring Boot.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Add multilingual support for Indian users.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755073"/>
            <a:ext cx="7375161" cy="1066802"/>
          </a:xfrm>
        </p:spPr>
        <p:txBody>
          <a:bodyPr anchor="b"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References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049325"/>
            <a:ext cx="7375161" cy="2945574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Jiang et al. (2017) – AI in Healthcare Diagnostics.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Kumar &amp; Rani (2020) – Decision Tree and Naïve Bayes in Health Prediction.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WebMD, Ada Chatbot – Symptom Checker Tools.</a:t>
            </a:r>
          </a:p>
          <a:p>
            <a:pPr>
              <a:defRPr sz="2000"/>
            </a:pPr>
            <a:r>
              <a:rPr lang="en-IN" sz="1600">
                <a:solidFill>
                  <a:schemeClr val="tx2"/>
                </a:solidFill>
              </a:rPr>
              <a:t>• Project Documentation &amp; Source Code (Java + Maven).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669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AI Symptom Checker</vt:lpstr>
      <vt:lpstr>Problem Statement</vt:lpstr>
      <vt:lpstr>Objectives</vt:lpstr>
      <vt:lpstr>Introduction &amp; Motivation</vt:lpstr>
      <vt:lpstr>Literature Survey</vt:lpstr>
      <vt:lpstr>Methodology Overview</vt:lpstr>
      <vt:lpstr>Development Phases</vt:lpstr>
      <vt:lpstr>Technology Stack</vt:lpstr>
      <vt:lpstr>System Flow Diagram</vt:lpstr>
      <vt:lpstr>Sample Interface (Java Swing GUI)</vt:lpstr>
      <vt:lpstr>Maven Configuration (pom.xml)</vt:lpstr>
      <vt:lpstr>Results &amp; Discussion</vt:lpstr>
      <vt:lpstr>Conclusion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Deep</dc:creator>
  <cp:keywords/>
  <dc:description>generated using python-pptx</dc:description>
  <cp:lastModifiedBy>[BTECH-006-2023-24] Ayush Deep</cp:lastModifiedBy>
  <cp:revision>2</cp:revision>
  <dcterms:created xsi:type="dcterms:W3CDTF">2013-01-27T09:14:16Z</dcterms:created>
  <dcterms:modified xsi:type="dcterms:W3CDTF">2025-11-13T08:58:03Z</dcterms:modified>
  <cp:category/>
</cp:coreProperties>
</file>